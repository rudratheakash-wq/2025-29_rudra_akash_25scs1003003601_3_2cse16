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F6F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4572000" cy="4572000"/>
          </a:xfrm>
          <a:prstGeom prst="ellipse">
            <a:avLst/>
          </a:prstGeom>
          <a:solidFill>
            <a:srgbClr val="2F6FED">
              <a:alpha val="15000"/>
            </a:srgbClr>
          </a:solidFill>
          <a:ln/>
        </p:spPr>
      </p:sp>
      <p:pic>
        <p:nvPicPr>
          <p:cNvPr id="4" name="Image 0" descr="/home/claude/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66928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U.P.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VIRTUAL INTERNSHIP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4-Week Project-Based Internship Presentation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16264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48463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Akash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25SCS1003003601   |   B.Tech CSE (AI &amp; ML)   |   Batch 2025-29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15 July 2026 - 15 August 2026 (4 Weeks)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Details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Akash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8152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558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25SCS1003003601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3133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0565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 - AI &amp; ML)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8114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5546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2025-2029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3095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60527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33172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6060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Virtual Internship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08152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Domain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3558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83133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10565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(Jul 15 - Aug 15, 2026)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8114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85546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f806a3e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33095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60527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Chatbot, Tic-Tac-Toe AI, Recommendation System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CodSoft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is a technology education and software development platform that helps aspiring developers turn theoretical knowledge into practical, industry-relevant skills.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048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project-based internship tracks across AI, Web Development, and Software Engineering.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42316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4048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Career Tools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0175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builder, ATS score checker, AI interview coach, and portfolio builder for career readiness.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908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Project-Based Learning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035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independently design and build real, working applications rather than following tutorials.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6908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&amp; Network Support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035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 guidance, 1-on-1 sessions, and networking opportunities with peers.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coursework introduces search algorithms, NLP, and recommendation theory - but students rarely get to independently design and build complete, working AI systems from first principles, without relying on high-level libraries that hide the underlying logic.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Work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search &amp; game-playing agents (Minimax)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natural language pattern matching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&amp; collaborative-filtering recommenders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built, tested, and validated standalone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66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all three systems from first principles - rather than calling a single high-level library function - was the point of the internship: it demonstrates genuine understanding of the algorithms, not just familiarity with an API.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77340" y="2423160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7734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Search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Minimax with Alpha-Beta Pruning for optimal game-playing decisions.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57700" y="2423160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77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Matching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rule-based conversational system using regular expressions.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38060" y="2423160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380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compare content-based and collaborative filtering.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2103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218420" y="2423160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184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Vectorization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TF-IDF and cosine similarity to real-world-style datasets.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B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Runtime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(argparse)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606040" cy="2569464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Algorithms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154680"/>
            <a:ext cx="21488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+ Alpha-Beta Pruning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 matching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2606040" cy="2569464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B3A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154680"/>
            <a:ext cx="21488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89720" y="1737360"/>
            <a:ext cx="260604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1832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F6F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&amp; Delivery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154680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tasks were implemented from scratch in Python - no pre-built AI/ML framework did the core reasoning for us.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followed the same six-step, project-based workflow: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719072" y="2487168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3291840"/>
            <a:ext cx="292608" cy="36576"/>
          </a:xfrm>
          <a:prstGeom prst="rect">
            <a:avLst/>
          </a:prstGeom>
          <a:solidFill>
            <a:srgbClr val="C7D2E8"/>
          </a:solidFill>
          <a:ln/>
        </p:spPr>
      </p:sp>
      <p:sp>
        <p:nvSpPr>
          <p:cNvPr id="8" name="Shape 6"/>
          <p:cNvSpPr/>
          <p:nvPr/>
        </p:nvSpPr>
        <p:spPr>
          <a:xfrm>
            <a:off x="2395728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95728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87168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50208" y="3291840"/>
            <a:ext cx="292608" cy="36576"/>
          </a:xfrm>
          <a:prstGeom prst="rect">
            <a:avLst/>
          </a:prstGeom>
          <a:solidFill>
            <a:srgbClr val="C7D2E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42816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42816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2487168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97296" y="3291840"/>
            <a:ext cx="292608" cy="36576"/>
          </a:xfrm>
          <a:prstGeom prst="rect">
            <a:avLst/>
          </a:prstGeom>
          <a:solidFill>
            <a:srgbClr val="C7D2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904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9904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2487168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44384" y="3291840"/>
            <a:ext cx="292608" cy="36576"/>
          </a:xfrm>
          <a:prstGeom prst="rect">
            <a:avLst/>
          </a:prstGeom>
          <a:solidFill>
            <a:srgbClr val="C7D2E8"/>
          </a:solidFill>
          <a:ln/>
        </p:spPr>
      </p:sp>
      <p:sp>
        <p:nvSpPr>
          <p:cNvPr id="20" name="Shape 18"/>
          <p:cNvSpPr/>
          <p:nvPr/>
        </p:nvSpPr>
        <p:spPr>
          <a:xfrm>
            <a:off x="7936992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36992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07424" y="2487168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91472" y="3291840"/>
            <a:ext cx="292608" cy="36576"/>
          </a:xfrm>
          <a:prstGeom prst="rect">
            <a:avLst/>
          </a:prstGeom>
          <a:solidFill>
            <a:srgbClr val="C7D2E8"/>
          </a:solidFill>
          <a:ln/>
        </p:spPr>
      </p:sp>
      <p:sp>
        <p:nvSpPr>
          <p:cNvPr id="24" name="Shape 22"/>
          <p:cNvSpPr/>
          <p:nvPr/>
        </p:nvSpPr>
        <p:spPr>
          <a:xfrm>
            <a:off x="9784080" y="27432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F6FE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84080" y="27432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954512" y="2487168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805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real-world AI development practice, where correctness is validated through systematic testing rather than assumed from design alone.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with Rule-Based Responses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pattern-matching conversational agent built without machine learning, using regex-based intent recognition.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0408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6400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rule list pairs regex patterns with candidate responses; first match wins.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greetings, farewells, small talk, and requests for time/date.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user's name via a regex capture group and personalizes replies.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 clarification response when no rule matches - no hard failures.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Python's built-in 're' module - zero external NLP dependencies.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87452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6060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6440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32644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Responses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922776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39227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Tic-Tac-Toe AI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unbeatable game-playing agent built with adversarial search over the full game tree.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0408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6400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algorithm explores every possible continuation of the game.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discards branches that cannot affect the final decision, cutting search time without changing the result.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favors faster wins and slower losses by factoring in search depth.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represented as a flat 9-cell array; wins checked across rows, columns, diagonals.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AI always wins or draws - it can never lose.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87452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6060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Algorithm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6440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32644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922776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39227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Search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recommendation paradigms implemented and compared on the same dataset.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0408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6400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Content-based: TF-IDF vectorizes genre tags; cosine similarity finds movies with the closest profile.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filtering: builds a user-item ratings matrix and computes item-item similarity from rating patterns.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unseen-movie ratings as a similarity-weighted average of a user's existing ratings.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share one sample dataset, so recommendations can be directly compared.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CLI tool with both modes plus list-movies / list-users utilities.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87452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6060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6440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32644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922776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39227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Search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Minimax with Alpha-Beta Pruning for a fully optimal game-playing agent.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1645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0" y="16002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Pattern Matching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rule-based intent recognition using regular expressions and capture groups.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931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3A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63040" y="38862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Engineering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262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TF-IDF, cosine similarity, and collaborative filtering to real-world-style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39319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F6F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388620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Software Design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5262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modular, well-documented, testable Python CLI applications across all three tasks.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1F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55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Title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7556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Virtual Internship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9377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414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4414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49377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27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1272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Akash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49377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130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8130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f806a3e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89120"/>
            <a:ext cx="49377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98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4988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 2026 - 15 Aug 2026 (4 Weeks)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074920"/>
            <a:ext cx="49377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184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Issue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51846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August 2026</a:t>
            </a:r>
            <a:endParaRPr lang="en-US" sz="1300" dirty="0"/>
          </a:p>
        </p:txBody>
      </p:sp>
      <p:pic>
        <p:nvPicPr>
          <p:cNvPr id="21" name="Image 0" descr="/home/claude/assets/certificate_cropp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371600"/>
            <a:ext cx="5257800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F3D">
                <a:alpha val="20000"/>
              </a:srgbClr>
            </a:outerShdw>
          </a:effectLst>
        </p:spPr>
      </p:pic>
      <p:sp>
        <p:nvSpPr>
          <p:cNvPr id="22" name="Text 19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F6FE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4572000" cy="4572000"/>
          </a:xfrm>
          <a:prstGeom prst="ellipse">
            <a:avLst/>
          </a:prstGeom>
          <a:solidFill>
            <a:srgbClr val="2F6FED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162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703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Akash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  |  Roll No.: 25SCS1003003601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2026-09-05T16:22:06Z</dcterms:created>
  <dcterms:modified xsi:type="dcterms:W3CDTF">2026-09-05T16:22:06Z</dcterms:modified>
</cp:coreProperties>
</file>